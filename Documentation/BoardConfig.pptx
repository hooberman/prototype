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58"/>
  </p:normalViewPr>
  <p:slideViewPr>
    <p:cSldViewPr snapToGrid="0">
      <p:cViewPr>
        <p:scale>
          <a:sx n="163" d="100"/>
          <a:sy n="163" d="100"/>
        </p:scale>
        <p:origin x="144" y="-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D323-414C-5978-EFFE-315683BB8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6AE45-EED1-7D57-2D96-105F4F745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D7E4-CDF2-8FA6-17E5-9266A06A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D2D28-5E01-7FFB-0319-46CEC705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0CAC5-1D75-FF0D-0580-98DBAD72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4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EBAF6-B1F9-898E-DA7B-4F06059A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A1440-91CC-9EF5-6995-12F3118B1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8C6ED-3074-7EBC-9E7A-78DC826DD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C3ACA-0F59-FBA0-F06B-DC9D5B74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0AB51-A9E1-9055-C741-CA0709FE7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9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9422-9E62-26D5-B169-3DB1D5AF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F61F1-1186-B250-76D4-B801810E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51CD2-3D8A-FB32-A148-9233F76F1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829DC-4D8A-0F13-2E8D-9A758AB3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BE777-A671-F11A-7DE9-CB6DF8B6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7C73-ECAF-CF68-DA74-93E54D15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9944B-1EAA-05D0-2D16-B0F2C6A1B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D1221-9F3D-4AC5-A315-9A12E347F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EFDDD-F8CE-A567-2474-918597B3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98BC9-B9F4-BBB0-C957-857A7BB2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E62EC-4317-CDAE-9971-2A24E135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6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02AA9-1547-62FE-18C2-20E0FEA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87E7F-5D37-AAA4-B6C6-656D6405D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83AB8-7EF1-456A-55A8-5DE72F199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FEA22-DE31-E76E-D00E-49EC83830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2D1F1-057D-7142-98C4-CDFDF2889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2731A-42A9-A567-70CA-E36614CF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B920F-CF8F-DEAA-3690-8F593F4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B911B-424C-1B7F-C7E5-060808148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4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252D-66FD-DEE1-FC50-335DD5B5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AF890E-1139-6DAE-82A4-21F76E38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72D3B-88EF-5759-FE79-EC165CCFA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E4B39-F9CD-3758-14D5-8DAD07DE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5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9FB33-17D6-FA1A-3CD0-9BE28A73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C7CC6-7B41-A7DF-3703-27F92224E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D0683-AD30-1395-706C-86201E62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2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6254-CDCD-4875-5A98-9D2894EC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8A738-B416-9BAF-F869-D459E7976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0D110-2A3D-7D6D-BF28-E8A6354CF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9E51D-8134-49F1-4E39-74E73F75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E06DD-AEC2-2C6E-9016-93107E0EF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4F6A5-B781-FE7B-CBB0-D9A2FD9C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44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7FC4-C5FF-116D-1AAE-B7817C47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BDC44-E9D5-ECA1-18BB-564D75E81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549A5-3CD0-774C-BFED-678D91107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A46C2-798D-30D7-837A-BCA72F80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DB3B9-9B9F-6FDD-A67D-D9BFB7CC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DBF0A-ACC3-E6B5-54E2-10732017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8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8E1B-244B-D1A8-F44F-8A8D6490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695B3-0A41-B996-43F8-B740C7B93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71E64-E4B5-6416-2589-751161160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2A5D-A9CC-5351-6D46-ABA250A0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31372-0D7D-9375-F565-F922D0D1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8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B564DD-DA1B-969E-958D-B19083012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A35F7-143F-DB90-60FE-BD1BB3142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995DB-2EC1-D858-BDFA-5106A711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14E10-34F4-48AF-A843-3CB0AC69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633AD-D5AA-2FE5-F5E3-B52BF7D2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3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E1982-BA78-8203-1E12-87E3970A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A47DB-FD3F-0C13-85E0-78A6C35B2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429C3-A709-67D4-63DE-22421D5ED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A5F65-D10B-FC43-9D92-F8C874115B1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B373C-F500-DACC-F5CF-060A46960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13CAB-DAA1-2573-925B-6F85178D5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F8BC1-46E3-1F4A-A181-0FC98F85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1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7F3C07-2CEA-4B43-F512-18FB728F1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73" y="207468"/>
            <a:ext cx="5152441" cy="2778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826BCB-5FB6-2FF9-50E5-727569388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73" y="3666032"/>
            <a:ext cx="5981700" cy="298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3F3B86-37A5-4B60-45B5-8CCB57537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663" y="0"/>
            <a:ext cx="41587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4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Hooberman</dc:creator>
  <cp:lastModifiedBy>Ben Hooberman</cp:lastModifiedBy>
  <cp:revision>2</cp:revision>
  <dcterms:created xsi:type="dcterms:W3CDTF">2026-06-26T17:00:47Z</dcterms:created>
  <dcterms:modified xsi:type="dcterms:W3CDTF">2026-06-30T16:28:33Z</dcterms:modified>
</cp:coreProperties>
</file>